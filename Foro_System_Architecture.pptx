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09728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สำหรับทีม Dev  |  AI-Powered Thai Content Platform  |  test.foro.world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160520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1788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4160520"/>
            <a:ext cx="1069848" cy="219456"/>
          </a:xfrm>
          <a:prstGeom prst="roundRect">
            <a:avLst>
              <a:gd name="adj" fmla="val 16667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4178808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Express.js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4160520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41788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XAI Grok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4160520"/>
            <a:ext cx="722376" cy="219456"/>
          </a:xfrm>
          <a:prstGeom prst="roundRect">
            <a:avLst>
              <a:gd name="adj" fmla="val 16667"/>
            </a:avLst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4178808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Tavily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4160520"/>
            <a:ext cx="1156716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4178808"/>
            <a:ext cx="1065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Twitter API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ภาพรวมระบบ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Thai Content Discovery &amp; Generation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69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 — FRONTEND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2450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React Hooks · localStorage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 · DOMPurify · Marked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65176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51560"/>
            <a:ext cx="2651760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069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 — BACKEND PROXY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47288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47288" y="1920240"/>
            <a:ext cx="2450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injection · CORS handling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routes: /api/twitter /api/xai /api/tavily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051560"/>
            <a:ext cx="265176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51560"/>
            <a:ext cx="2651760" cy="2926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069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 — EXTERNAL APIs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19088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19088" y="1920240"/>
            <a:ext cx="2450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(Grok) · Twitter/X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Search · twitterapi.io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2423160"/>
            <a:ext cx="32004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89320" y="2423160"/>
            <a:ext cx="32004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999232" y="2267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8A6FF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71032" y="2267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8A6FF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หลักการ Security: API keys ทั้งหมดถูก inject ที่ server-side เท่านั้น — ไม่มี key ใดผ่านไปยัง browser โดยตรง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19.2, Vite 8, Lucide Icons, DOMPurify, Marked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Hooks + localStorage (ไม่ใช้ Redux/Zustand)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ai SDK v6 + @ai-sdk/xai provider + Zod schemas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8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Express.js 4 (proxy layer only — no business logic)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2A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APIs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(Grok) API · twitterapi.io (Twitter/X) · Tavily Search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&amp;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8 (HMR) · ESLint 9 · Node.js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ฟีเจอร์หลัก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94360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957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124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Sync + Thai Translation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399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 tweets จาก watchlist · แปลเป็นภาษาไทยอัตโนมัติ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271016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2893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GrokService.js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10512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10512"/>
            <a:ext cx="594360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3852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18836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 Pipeline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21579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pipeline: Research → Brief → Draft → QA → Polish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029968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0482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GrokService.js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69464"/>
            <a:ext cx="594360" cy="658368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9748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2642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Anti-Hallucination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29169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+ X Search parallel · Fact sheet → Zod-validated output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788920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GrokService.js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328416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328416"/>
            <a:ext cx="594360" cy="65836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5643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97280" y="3401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Discovery (Audience)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97280" y="3675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แนะนำ 6 experts · Strict diversity + anti-hallucination rules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547872"/>
            <a:ext cx="1938528" cy="219456"/>
          </a:xfrm>
          <a:prstGeom prst="roundRect">
            <a:avLst>
              <a:gd name="adj" fmla="val 16667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56616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discoverTopExperts()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087368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4087368"/>
            <a:ext cx="594360" cy="65836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1538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9728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&amp; AI Filter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97280" y="44348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→ X advanced syntax · agentFilterFeed · Executive summary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4306824"/>
            <a:ext cx="1851660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4325112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expandSearchQuery()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Feed Sync &amp; Thai Translation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src/App.jsx  ·  src/services/GrokService.js  ·  src/services/TwitterService.js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4630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46304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69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42646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Handle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77393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เพิ่ม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handle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83080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B95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39112" y="1051560"/>
            <a:ext cx="14630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39112" y="1051560"/>
            <a:ext cx="146304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1069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12264" y="142646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handleSync()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12264" y="177393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02152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B950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58184" y="1051560"/>
            <a:ext cx="14630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58184" y="1051560"/>
            <a:ext cx="146304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8184" y="1069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31336" y="142646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TwitterAPI.io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31336" y="177393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handles/call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21224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B950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77256" y="1051560"/>
            <a:ext cx="14630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77256" y="1051560"/>
            <a:ext cx="146304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77256" y="1069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50408" y="142646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generateGrokBatch()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0408" y="177393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posts/LLM call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0296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B950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96328" y="1051560"/>
            <a:ext cx="14630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96328" y="1051560"/>
            <a:ext cx="146304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6328" y="1069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9480" y="142646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Summary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177393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post.summary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606040"/>
            <a:ext cx="19202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29768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9768" y="29443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api.twitterapi.io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/twitter/tweet/advanced_search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68880" y="2606040"/>
            <a:ext cx="19202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78608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78608" y="29443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grok-4-1-fast-non-reasoning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(MODEL_NEWS_FAST)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2606040"/>
            <a:ext cx="19202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27448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27448" y="29443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Thai char detection (U+0E00–U+0E7F)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10 posts/LLM call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66560" y="2606040"/>
            <a:ext cx="19202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76288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76288" y="29443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foro_home_feed_v1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3886200"/>
            <a:ext cx="84124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931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Progressive UI update — สรุปแต่ละ batch ทันทีที่ Grok ตอบกลับ ไม่รอให้ครบทุก tweet ก่อน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Content Generation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src/services/GrokService.js  ·  src/components/CreateContent.jsx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ขั้นตอนต่อเนื่อง — ออกแบบมาเพื่อป้องกัน Hallucination ก่อน Generate จริง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4630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463040" cy="32004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5272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166420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researchAndPreventHallucination()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28800" y="18105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8166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48256" y="1234440"/>
            <a:ext cx="14630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48256" y="1234440"/>
            <a:ext cx="1463040" cy="3200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25272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21408" y="166420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Brief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buildContentBrief()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11296" y="18105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B341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30752" y="1234440"/>
            <a:ext cx="14630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1234440"/>
            <a:ext cx="146304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125272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03904" y="166420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Draft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85616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generateStructuredContentV2()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93792" y="18105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13248" y="1234440"/>
            <a:ext cx="14630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13248" y="1234440"/>
            <a:ext cx="1463040" cy="3200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3248" y="125272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166420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68112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evalResult validation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76288" y="18105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2A8FF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95744" y="1234440"/>
            <a:ext cx="14630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95744" y="1234440"/>
            <a:ext cx="1463040" cy="320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95744" y="125272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68896" y="166420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50608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polishThaiContent()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3017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/ Source Post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· Tone · Length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999232"/>
            <a:ext cx="84124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58368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Thai content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copy/publish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858768"/>
            <a:ext cx="8412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รูปแบบที่รองรับ: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0352" y="4224528"/>
            <a:ext cx="1243584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242816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โพสต์โซเชียล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0" y="4224528"/>
            <a:ext cx="1677924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4242816"/>
            <a:ext cx="15864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สคริปต์วิดีโอสั้น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90288" y="4224528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36008" y="42428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 Blog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20256" y="4224528"/>
            <a:ext cx="1677924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5976" y="4242816"/>
            <a:ext cx="15864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Thread/ให้ความรู้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" y="4517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โทนเสียง 7 แบบ: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0352" y="4718304"/>
            <a:ext cx="982980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" y="4736592"/>
            <a:ext cx="891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ให้ข้อมูล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737360" y="4718304"/>
            <a:ext cx="635508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83080" y="4736592"/>
            <a:ext cx="544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Viral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944368" y="4718304"/>
            <a:ext cx="722376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90088" y="4736592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ทางการ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51376" y="4718304"/>
            <a:ext cx="1069848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97096" y="4736592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เป็นกันเอง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58384" y="4718304"/>
            <a:ext cx="461772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04104" y="4736592"/>
            <a:ext cx="3703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ตลก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65392" y="4718304"/>
            <a:ext cx="809244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11112" y="4736592"/>
            <a:ext cx="7178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วิจารณ์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72400" y="4718304"/>
            <a:ext cx="1069848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18120" y="4736592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ฮาร์ดเซลล์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Research &amp; Anti-Hallucination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researchAndPreventHallucination()  ·  GrokService.js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4688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Tavily Search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search_depth: advanced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max_results: 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87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Promise.all() — parallel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4688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X Search — Top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49961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High-engagement posts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เกี่ยวกับ topic ที่ค้นหา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2468880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487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Promise.all() — parallel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4688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X Search — Latest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49961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posts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Newsworthiness check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468880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487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Promise.all() — parallel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merge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8412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218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factSheet — Structured Output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facts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Market signals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Caveats / warnings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 angles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Sources with URLs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36008"/>
            <a:ext cx="8412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grok-4-1-fast-reasoning  ·  generateObject() + Zod schema  ·  Fact caching (ป้องกัน duplicate API calls)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Content Brief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buildContentBrief()  ·  GrokService.js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จุดประสงค์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outline ที่ชัดเจนก่อน generate content จริง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ช่วยให้โมเดลมี "แผน" ก่อนเขียน ลด hallucination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และทำให้ content มีโครงสร้างที่แน่นอน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grok-4-1-fast-reasoning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(MODEL_REASONING_FAST)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generateObject() + Zod 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Typed JSON output (ไม่ใช่ free-form text)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148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Fields (Zod Schema)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mainAngle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มุมมองหลักของ content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84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กลุ่มเป้าหมาย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459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voiceNotes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459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โทนเสียงที่ควรใช้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935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935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 outline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410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keyFacts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410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ข้อเท็จจริงสำคัญ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370832"/>
            <a:ext cx="84124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→ ส่งต่อเป็น context ให้ Stage 3 (Streaming Draft) — โมเดลรู้ "เป้าหมาย" ก่อนเริ่มเขียน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Streaming Draft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generateStructuredContentV2()  ·  GrokService.js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Technique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grok-4-1-fast-reasoning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(MODEL_WRITER)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streamText()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Real-time chunks ส่งตรงไปยัง 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ผู้ใช้เห็น content ขณะ AI กำลังเขียน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ตัวเลือก 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 /  Tone  /  Length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ความยาว: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176272"/>
            <a:ext cx="1156716" cy="219456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194560"/>
            <a:ext cx="1065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&lt;150w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2176272"/>
            <a:ext cx="1504188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194560"/>
            <a:ext cx="14127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350-500w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80960" y="2176272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219456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700-900w+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8412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GrokService.generateStructuredContentV2()  →  streamText({ model, system, prompt })  →  onChunk()  →  UI setState()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0050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ผู้ใช้เห็น content ไหลออกมาแบบ Real-time เหมือน ChatGPT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36008"/>
            <a:ext cx="8412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Temperature: 0.7 (creative draft)  ·  factSheet + brief ส่งเป็น context เพื่อ ground การเขียน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4-5 — Quality Check &amp; Polish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evalResult validation  ·  polishThaiContent()  ·  GrokService.js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3200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Quality Check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generated content against factSheet
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evalResult: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auto-reject/revise
หาก facts ไม่ตรงหรือมี hallucination
</a:t>
            </a:r>
            <a:pPr indent="0" marL="0">
              <a:buNone/>
            </a:pPr>
            <a:r>
              <a:rPr lang="en-US" sz="115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0.2 (conservative)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grok-4-1-fast-reasoning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33272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Polish (Thai)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polishThaiContent()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Strip emojis (unless allowEmoji = true)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Reduce hype words (ลดโอเวอร์)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Normalize Thai markdown formatting
</a:t>
            </a:r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0.4 (light edits)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Ladder: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2546604" cy="219456"/>
          </a:xfrm>
          <a:prstGeom prst="roundRect">
            <a:avLst>
              <a:gd name="adj" fmla="val 16667"/>
            </a:avLst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590288"/>
            <a:ext cx="2455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 — Verify (conservative)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4572000"/>
            <a:ext cx="2372868" cy="219456"/>
          </a:xfrm>
          <a:prstGeom prst="roundRect">
            <a:avLst>
              <a:gd name="adj" fmla="val 16667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4590288"/>
            <a:ext cx="2281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 — Polish (light edit)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4572000"/>
            <a:ext cx="1938528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459028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 — Creative draft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— Expert Discovery (Audience Tab)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discoverTopExperts()  ·  GrokService.js  ·  App.jsx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&amp;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discoverTopExperts(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categoryQuery,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excludeUsernames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grok-4-1-fast-reasoning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generateObject() + Zod 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strict rules baked into system prompt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กฎการคัดเลือก (สำคัญมาก)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Diversity — ห้ามบทบาทซ้ำเกิน 2 คนใน 6 บัญชี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8653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 Flag Filter — ตัด Bot, spam, dead accounts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2494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Cross-Validation — เฉพาะบัญชีที่แน่ใจ 100%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(ห้าม hallucinate username)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Global bias — เน้น followers จริงระดับโลก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8412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291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experts  ·  username  ·  name  ·  reasoning ภาษาไทย 1 ประโยค (สั้นๆ กระชับ น่าสนใจ)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ผู้ใช้สามารถ Add to Watchlist ได้ทันทีเพื่อเริ่ม sync feed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97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excludeUsernames parameter — ป้องกันการแนะนำบัญชีที่ผู้ใช้เพิ่มไปแล้วใน watchlist ซ้ำ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localStorage foro_watchlist_v2  ·  State: App.jsx watchlist array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— Advanced Search &amp; AI Filter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GrokService.js  ·  TwitterService.js  ·  App.jsx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920240" cy="3200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expandSearchQuery()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แปลง Thai query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 advanced search syntax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operators, date filters, lang:th)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192024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05840"/>
            <a:ext cx="192024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2412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87752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searchEverything()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7752" y="19202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advanced search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twitterapi.io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Cursor-based pagination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005840"/>
            <a:ext cx="192024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05840"/>
            <a:ext cx="1920240" cy="3200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02412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6592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agentFilterFeed()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36592" y="19202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กรองผลลัพธ์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ตาม user intent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(ไม่ใช่แค่ keyword match)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005840"/>
            <a:ext cx="192024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005840"/>
            <a:ext cx="1920240" cy="320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02412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85432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generateExecutiveSummary()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85432" y="19202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 2-3 บรรทัด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สำหรับชุดผลลัพธ์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(เหมือน briefing note)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520440"/>
            <a:ext cx="85039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84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grok-4-1-fast-non-reasoning (fast filter + summary)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840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api.twitterapi.io → /twitter/tweet/advanced_search  ·  queryType: Top | Latest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251960"/>
            <a:ext cx="85039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15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options: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8800" y="4343400"/>
            <a:ext cx="1938528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436168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View: Top Engagement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4343400"/>
            <a:ext cx="1243584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436168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View: Latest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52160" y="4343400"/>
            <a:ext cx="1677924" cy="219456"/>
          </a:xfrm>
          <a:prstGeom prst="roundRect">
            <a:avLst>
              <a:gd name="adj" fmla="val 16667"/>
            </a:avLst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361688"/>
            <a:ext cx="15864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Engagement filter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แสดงที่บนสุดของผลลัพธ์ — 2-3 บรรทัด AI-written briefing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ที่ใช้งานจริง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src/services/GrokService.js — model constants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ใช้งานใน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MODEL_NEWS_FAST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grok-4-1-fast-non-reasoning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summary · Search filter · Executive 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MODEL_REASONING_FAST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grok-4-1-fast-reasoning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brief · Expert discovery (generateObject)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MODEL_WRITER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grok-4-1-fast-reasoning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content draft (streamText)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MODEL_MULTI_AGENT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grok-4.20-multi-agent-0309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defined แต่ไม่ได้ใช้ใน workflow ปัจจุบัน (dead code)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05072"/>
            <a:ext cx="82296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SDK (Vercel)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34640" y="4133088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80360" y="41513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generateText()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46320" y="4133088"/>
            <a:ext cx="1591056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415137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generateObject()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58000" y="4133088"/>
            <a:ext cx="1243584" cy="219456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3720" y="4151376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streamText()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44348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Package: @ai-sdk/xai  ·  api: new xai(MODEL)  ·  Base URL: /api/xai (proxied to api.x.ai)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Techniques ที่ใช้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202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1155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generateObject() + Zod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" y="15544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Structured/typed LLM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hallucination ด้วย schema validation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78608" y="11155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streamText()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78608" y="15544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chunk streaming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ผู้ใช้เห็น content ขณะ AI กำลังเขียน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19202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27448" y="11155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Chain-of-thought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7448" y="15544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ใช้กับ reasoning models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โมเดล "คิด" ก่อน generate output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9202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76288" y="111556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 Verification Loop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76288" y="15544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Auto-reject/revise ถ้า 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ไม่ตรงกับ factSheet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19202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303580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Batch 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347472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posts/call สำหรับ translation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handles/call สำหรับ Twitter fetch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926080"/>
            <a:ext cx="19202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78608" y="303580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Parallel API Calls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78608" y="347472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+ X Search พร้อมกัน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Promise.all() ลด latency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926080"/>
            <a:ext cx="19202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27448" y="303580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 Tuning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27448" y="347472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verify → 0.4 edit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0.7 creative draft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926080"/>
            <a:ext cx="19202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76288" y="303580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Fact Caching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76288" y="347472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factSheet by 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หลีกเลี่ยง duplicate API calls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Proxy Pattern — server.cjs (production)  ·  vite.config.js (development)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011680" cy="987552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/api/twitter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B341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31720" y="16733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header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34640" y="1051560"/>
            <a:ext cx="219456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097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Proxy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Forward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B341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0" y="1051560"/>
            <a:ext cx="3291840" cy="987552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124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api.twitterapi.io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14904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Twitter/X search · User info · Thread context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194560"/>
            <a:ext cx="841248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194560"/>
            <a:ext cx="2011680" cy="987552"/>
          </a:xfrm>
          <a:prstGeom prst="rect">
            <a:avLst/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487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/api/xai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31720" y="28163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834640" y="2194560"/>
            <a:ext cx="219456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Proxy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Forward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0" y="2194560"/>
            <a:ext cx="3291840" cy="987552"/>
          </a:xfrm>
          <a:prstGeom prst="rect">
            <a:avLst/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267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api.x.ai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6334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calls (Grok models)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337560"/>
            <a:ext cx="841248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337560"/>
            <a:ext cx="2011680" cy="987552"/>
          </a:xfrm>
          <a:prstGeom prst="rect">
            <a:avLst/>
          </a:prstGeom>
          <a:solidFill>
            <a:srgbClr val="1C2333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630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/api/tavily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7744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8166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331720" y="39593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api_key in body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834640" y="3337560"/>
            <a:ext cx="219456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Proxy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26080" y="3630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Forward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8166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86400" y="3337560"/>
            <a:ext cx="3291840" cy="987552"/>
          </a:xfrm>
          <a:prstGeom prst="rect">
            <a:avLst/>
          </a:prstGeom>
          <a:solidFill>
            <a:srgbClr val="1C2333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410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api.tavily.com/search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37764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for fact-checking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553712"/>
            <a:ext cx="84124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Files:  server.cjs (production proxy)  ·  vite.config.js (dev middleware)  ·  TWITTER_API_KEY, XAI_API_KEY, TAVILY_API_KEY ใน .env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(localStorage)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database — state ทั้งหมดอยู่ใน browser localStorage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localStorage Key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เก็บข้อมูลอะไร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FB9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foro_watchlist_v2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รายชื่อ Twitter accounts ที่ติดตาม (watchlist)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FB9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foro_home_feed_v1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Feed posts + Thai summaries จาก sync ล่าสุด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3B3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foro_postlists_v2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 playlists — lists ของ Twitter accounts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foro_bookmarks_v1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Saved posts — แยก tabs: news / articles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foro_read_archive_v1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ประวัติการอ่าน (read history)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2A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foro_attached_source_v1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 post ที่เลือกสำหรับ content generation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70832"/>
            <a:ext cx="8229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4622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Implication for dev: หาก localStorage เต็มหรือถูก clear → data หาย · ต้อง sync ใหม่ · ไม่มี user accounts / auth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91440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Summary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320040" cy="43891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0584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02412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 (React 19) + Express proxy — ไม่มี backend logic นอกจาก proxy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320040" cy="43891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4592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6642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ทั้งหมดผ่าน XAI (Grok) — 2 active models: non-reasoning (fast) + reasoning (quality)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286000"/>
            <a:ext cx="320040" cy="43891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8600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30428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Anti-hallucination: multi-source research (Tavily + X) ก่อน generate เสมอ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926080"/>
            <a:ext cx="320040" cy="438912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2608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94436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Thai-first: prompts, output, และ UI ออกแบบมาสำหรับภาษาไทย 100%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566160"/>
            <a:ext cx="320040" cy="43891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56616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5844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ไม่มี session/database — state ทั้งหมดอยู่ใน localStorage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206240"/>
            <a:ext cx="320040" cy="43891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0624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22452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UX: content แสดงผล real-time ขณะ AI กำลัง generate (streamText)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test.foro.world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Foro System Architecture &amp; Workflows</dc:title>
  <dc:subject>PptxGenJS Presentation</dc:subject>
  <dc:creator>PptxGenJS</dc:creator>
  <cp:lastModifiedBy>PptxGenJS</cp:lastModifiedBy>
  <cp:revision>1</cp:revision>
  <dcterms:created xsi:type="dcterms:W3CDTF">2026-03-21T19:06:01Z</dcterms:created>
  <dcterms:modified xsi:type="dcterms:W3CDTF">2026-03-21T19:06:01Z</dcterms:modified>
</cp:coreProperties>
</file>